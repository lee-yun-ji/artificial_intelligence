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7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jAz1HHeByc0?si=gsTYVq1yEWhDKVQ7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>
            <a:hlinkClick r:id="rId4"/>
            <a:extLst>
              <a:ext uri="{FF2B5EF4-FFF2-40B4-BE49-F238E27FC236}">
                <a16:creationId xmlns:a16="http://schemas.microsoft.com/office/drawing/2014/main" id="{2B36DE69-454B-E4A4-AAD6-70BC605E84AB}"/>
              </a:ext>
            </a:extLst>
          </p:cNvPr>
          <p:cNvSpPr txBox="1"/>
          <p:nvPr/>
        </p:nvSpPr>
        <p:spPr>
          <a:xfrm>
            <a:off x="6428352" y="6117020"/>
            <a:ext cx="543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4"/>
              </a:rPr>
              <a:t>https://</a:t>
            </a:r>
            <a:r>
              <a:rPr kumimoji="1" lang="en" altLang="ko-KR" dirty="0" err="1">
                <a:hlinkClick r:id="rId4"/>
              </a:rPr>
              <a:t>youtu.be</a:t>
            </a:r>
            <a:r>
              <a:rPr kumimoji="1" lang="en" altLang="ko-KR" dirty="0">
                <a:hlinkClick r:id="rId4"/>
              </a:rPr>
              <a:t>/jAz1HHeByc0?si=gsTYVq1yEWhDKVQ7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Macintosh PowerPoint</Application>
  <PresentationFormat>사용자 지정</PresentationFormat>
  <Paragraphs>15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윤지 이</cp:lastModifiedBy>
  <cp:revision>2</cp:revision>
  <dcterms:created xsi:type="dcterms:W3CDTF">2025-05-25T08:40:13Z</dcterms:created>
  <dcterms:modified xsi:type="dcterms:W3CDTF">2025-05-25T08:42:15Z</dcterms:modified>
</cp:coreProperties>
</file>